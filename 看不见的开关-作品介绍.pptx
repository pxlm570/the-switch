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CCCC"/>
                </a:solidFill>
                <a:latin typeface="Microsoft YaHei"/>
              </a:defRPr>
            </a:pPr>
            <a:r>
              <a:t>The 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4A460"/>
                </a:solidFill>
                <a:latin typeface="Microsoft YaHei"/>
              </a:defRPr>
            </a:pPr>
            <a:r>
              <a:t>看不见的开关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腾讯云黑客松 2026 · 小红花赛道 · 公益游戏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55"/>
                </a:solidFill>
                <a:latin typeface="Microsoft YaHei"/>
              </a:defRPr>
            </a:pPr>
            <a: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4A460"/>
                </a:solidFill>
                <a:latin typeface="Microsoft YaHei"/>
              </a:defRPr>
            </a:pPr>
            <a:r>
              <a:t>项目概览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0CCCC"/>
                </a:solidFill>
                <a:latin typeface="Microsoft YaHei"/>
              </a:defRPr>
            </a:pPr>
            <a:r>
              <a:t>作品定位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视觉小说/互动叙事游戏，聚焦情绪障碇陪伴体验。</a:t>
            </a:r>
          </a:p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800"/>
              </a:spcAft>
              <a:defRPr sz="2000" b="1">
                <a:solidFill>
                  <a:srgbClr val="00CCCC"/>
                </a:solidFill>
                <a:latin typeface="Microsoft YaHei"/>
              </a:defRPr>
            </a:pPr>
            <a:r>
              <a:t>世界观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2046年近未来，AI机器人融入人类情感生活。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赛博柔光美术风格，冷暖色调叙事。</a:t>
            </a:r>
          </a:p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800"/>
              </a:spcAft>
              <a:defRPr sz="2000" b="1">
                <a:solidFill>
                  <a:srgbClr val="00CCCC"/>
                </a:solidFill>
                <a:latin typeface="Microsoft YaHei"/>
              </a:defRPr>
            </a:pPr>
            <a:r>
              <a:t>技术栈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纯Web视觉小说引擎 + DeepSeek-v4-pro API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驱动AI NPC自由对话系统。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0CCCC"/>
                </a:solidFill>
                <a:latin typeface="Microsoft YaHei"/>
              </a:defRPr>
            </a:pPr>
            <a:r>
              <a:t>核心角色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阿林 — 25岁女性，情绪波动患者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莉雅 — 陪伴型机器人（玩家角色）</a:t>
            </a:r>
          </a:p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800"/>
              </a:spcAft>
              <a:defRPr sz="2000" b="1">
                <a:solidFill>
                  <a:srgbClr val="00CCCC"/>
                </a:solidFill>
                <a:latin typeface="Microsoft YaHei"/>
              </a:defRPr>
            </a:pPr>
            <a:r>
              <a:t>赛道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小红花赛道（公益游戏）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同时融合叙事创新方向</a:t>
            </a:r>
          </a:p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800"/>
              </a:spcAft>
              <a:defRPr sz="2000" b="1">
                <a:solidFill>
                  <a:srgbClr val="00CCCC"/>
                </a:solidFill>
                <a:latin typeface="Microsoft YaHei"/>
              </a:defRPr>
            </a:pPr>
            <a:r>
              <a:t>Demo时长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约8分钟完整体验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4A460"/>
                </a:solidFill>
                <a:latin typeface="Microsoft YaHei"/>
              </a:defRPr>
            </a:pPr>
            <a:r>
              <a:t>核心机制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CCCC"/>
                </a:solidFill>
                <a:latin typeface="Microsoft YaHei"/>
              </a:defRPr>
            </a:pPr>
            <a:r>
              <a:t>AI NPC 状态系统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阿林拥有四种情绪状态：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4A460"/>
                </a:solidFill>
                <a:latin typeface="Microsoft YaHei"/>
              </a:defRPr>
            </a:pPr>
            <a:r>
              <a:t>平稳期 | 躁狂期 | 抑郁期 | 混合发作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LLM根据当前状态切换语气、语速和回复风格，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玩家需通过线索识别并做出回应。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800"/>
              </a:spcAft>
              <a:defRPr sz="2200" b="1">
                <a:solidFill>
                  <a:srgbClr val="00CCCC"/>
                </a:solidFill>
                <a:latin typeface="Microsoft YaHei"/>
              </a:defRPr>
            </a:pPr>
            <a:r>
              <a:t>动态状态切换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NPC状态随对话轮数动态过渡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色调和立绘同步变化，增强沉浸感。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CCCC"/>
                </a:solidFill>
                <a:latin typeface="Microsoft YaHei"/>
              </a:defRPr>
            </a:pPr>
            <a:r>
              <a:t>自由对话系统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关键剧情节点开放自由对话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玩家输入文字与AI NPC实时交流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结合固定选择分支，变量积累影响关系走向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800"/>
              </a:spcAft>
              <a:defRPr sz="2200" b="1">
                <a:solidFill>
                  <a:srgbClr val="00CCCC"/>
                </a:solidFill>
                <a:latin typeface="Microsoft YaHei"/>
              </a:defRPr>
            </a:pPr>
            <a:r>
              <a:t>乱码模式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序章中玩家角色程序受损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对话显示乱码，模拟记忆混乱体验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800"/>
              </a:spcAft>
              <a:defRPr sz="2200" b="1">
                <a:solidFill>
                  <a:srgbClr val="00CCCC"/>
                </a:solidFill>
                <a:latin typeface="Microsoft YaHei"/>
              </a:defRPr>
            </a:pPr>
            <a:r>
              <a:t>离线Fallback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多轮本地对话池兆底，API不可用时自动切换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4A460"/>
                </a:solidFill>
                <a:latin typeface="Microsoft YaHei"/>
              </a:defRPr>
            </a:pPr>
            <a:r>
              <a:t>AI 技术亮点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CCC"/>
                </a:solidFill>
                <a:latin typeface="Microsoft YaHei"/>
              </a:defRPr>
            </a:pPr>
            <a:r>
              <a:t>角色扮演引擎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DeepSeek-v4-pro驱动，4套System Prompt对应4种情绪状态，支持微动作和状态线索输出。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CCC"/>
                </a:solidFill>
                <a:latin typeface="Microsoft YaHei"/>
              </a:defRPr>
            </a:pPr>
            <a:r>
              <a:t>动态状态切换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9202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NPC状态随对话轮数动态过渡，色调和立绘同步变化。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CCC"/>
                </a:solidFill>
                <a:latin typeface="Microsoft YaHei"/>
              </a:defRPr>
            </a:pPr>
            <a:r>
              <a:t>乱码模式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序章中玩家角色程序受损，对话显示乱码，模拟记忆混乱体验。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CCC"/>
                </a:solidFill>
                <a:latin typeface="Microsoft YaHei"/>
              </a:defRPr>
            </a:pPr>
            <a:r>
              <a:t>离线Fallback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多轮本地对话池兆底，API不可用时自动切换。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4A460"/>
                </a:solidFill>
                <a:latin typeface="Microsoft YaHei"/>
              </a:defRPr>
            </a:pPr>
            <a:r>
              <a:t>公益价值与美术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CCCC"/>
                </a:solidFill>
                <a:latin typeface="Microsoft YaHei"/>
              </a:defRPr>
            </a:pPr>
            <a:r>
              <a:t>叙事公益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通过互动体验展示情绪障碇的真实状态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让玩家感受识别与陪伴的力量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不直接使用医学术语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用隐喻和情感共鸣传达公益信息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800"/>
              </a:spcAft>
              <a:defRPr sz="2200" b="1">
                <a:solidFill>
                  <a:srgbClr val="00CCCC"/>
                </a:solidFill>
                <a:latin typeface="Microsoft YaHei"/>
              </a:defRPr>
            </a:pPr>
            <a:r>
              <a:t>双重隐喻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阿林：我不知道下一秒的自己是谁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莉雅：我不知道自己到底是谁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4A460"/>
                </a:solidFill>
                <a:latin typeface="Microsoft YaHei"/>
              </a:defRPr>
            </a:pPr>
            <a:r>
              <a:t>两个角色在自我认知主题上形成镜像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CCCC"/>
                </a:solidFill>
                <a:latin typeface="Microsoft YaHei"/>
              </a:defRPr>
            </a:pPr>
            <a:r>
              <a:t>赛博柔光美术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扁平矢量插画 + cel-shaded动漫风格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柔光bloom效果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暖橙/蓝灰/霓虹色调随剧情切换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4A460"/>
                </a:solidFill>
                <a:latin typeface="Microsoft YaHei"/>
              </a:defRPr>
            </a:pPr>
            <a:r>
              <a:t>全部美术资产由AI生成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800"/>
              </a:spcAft>
              <a:defRPr sz="2200" b="1">
                <a:solidFill>
                  <a:srgbClr val="00CCCC"/>
                </a:solidFill>
                <a:latin typeface="Microsoft YaHei"/>
              </a:defRPr>
            </a:pPr>
            <a:r>
              <a:t>AI创作说明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剧本：AI辅助构思 + 人类把关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美术：AI图像模型统一生成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音效：Web Audio API纯前端生成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开发：CodeBuddy AI全程辅助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4A460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CCCC"/>
                </a:solidFill>
                <a:latin typeface="Microsoft YaHei"/>
              </a:defRPr>
            </a:pPr>
            <a:r>
              <a:t>看不见的开关 · The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腾讯云黑客松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